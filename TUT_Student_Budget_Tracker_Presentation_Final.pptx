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TSHWANE UNIVERSITY OF TECHNOLOGY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TUT Student Budget &amp; Expense Tracker</a:t>
            </a:r>
          </a:p>
          <a:p>
            <a:pPr>
              <a:spcAft>
                <a:spcPts val="18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A Smart Web App to Help Students Manage Their Monthly Allowance &amp; Daily Expenses</a:t>
            </a:r>
          </a:p>
          <a:p>
            <a:pPr>
              <a:defRPr sz="1300">
                <a:solidFill>
                  <a:srgbClr val="D1FAE5"/>
                </a:solidFill>
                <a:latin typeface="Segoe UI"/>
              </a:defRPr>
            </a:pPr>
            <a:r>
              <a:t>Live Cloud Database • Private User Accounts • Real-Time Expense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97680"/>
            <a:ext cx="10362895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0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PROJECT SPECIFICATIONS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Project: Budget &amp; Expense Tracker Web Application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Technology Stack: Next.js (React)  •  Node.js (Express API)  •  PostgreSQL Cloud Database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System Status: Fully Deployed &amp; Running Live on Cloud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Why Many University Students Run Out of Money Too Quickly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Managing a monthly allowance is hard when students do not have simple tools made for university life.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E11D48"/>
                </a:solidFill>
                <a:latin typeface="Segoe UI"/>
              </a:defRPr>
            </a:pPr>
            <a:r>
              <a:t>PROBLEM 01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Money Finishes Too Early in the Month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Fixed Monthly Allowance:</a:t>
            </a:r>
            <a:r>
              <a:rPr sz="1100">
                <a:solidFill>
                  <a:srgbClr val="334155"/>
                </a:solidFill>
              </a:rPr>
              <a:t> Students receive a monthly allowance from NSFAS or family, but the money often runs out too early in the month.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Small Daily Costs Add Up:</a:t>
            </a:r>
            <a:r>
              <a:rPr sz="1100">
                <a:solidFill>
                  <a:srgbClr val="334155"/>
                </a:solidFill>
              </a:rPr>
              <a:t> Daily minibus taxi trips, food, and data bundles are spent without writing them down.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Struggling at Month-End:</a:t>
            </a:r>
            <a:r>
              <a:rPr sz="1100">
                <a:solidFill>
                  <a:srgbClr val="334155"/>
                </a:solidFill>
              </a:rPr>
              <a:t> When money finishes early, students cannot buy food or pay taxi fare to attend classes and write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9164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PROBLEM 02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Normal Banking Apps Are Not Built for Students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Too Complex to Use:</a:t>
            </a:r>
            <a:r>
              <a:rPr sz="1100">
                <a:solidFill>
                  <a:srgbClr val="334155"/>
                </a:solidFill>
              </a:rPr>
              <a:t> Regular bank apps are crowded with features students do not need, such as home loans and investments.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Missing Student Categories:</a:t>
            </a:r>
            <a:r>
              <a:rPr sz="1100">
                <a:solidFill>
                  <a:srgbClr val="334155"/>
                </a:solidFill>
              </a:rPr>
              <a:t> Bank apps do not track everyday university costs like minibus taxis, lab printing vouchers, or textbook copies.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No Daily Spending Guide:</a:t>
            </a:r>
            <a:r>
              <a:rPr sz="1100">
                <a:solidFill>
                  <a:srgbClr val="334155"/>
                </a:solidFill>
              </a:rPr>
              <a:t> They show what you already spent yesterday, but do not tell you how much you can safely spend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9164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PROBLEM 03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Privacy &amp; Security on Shared Campus Computers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Shared Computer Labs:</a:t>
            </a:r>
            <a:r>
              <a:rPr sz="1100">
                <a:solidFill>
                  <a:srgbClr val="334155"/>
                </a:solidFill>
              </a:rPr>
              <a:t> Students often log into shared computers in campus labs or libraries where their information can be left open.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Risk of Leaking Info:</a:t>
            </a:r>
            <a:r>
              <a:rPr sz="1100">
                <a:solidFill>
                  <a:srgbClr val="334155"/>
                </a:solidFill>
              </a:rPr>
              <a:t> Basic spreadsheets or shared budget tools mix up records, letting other students see private financial details.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Forgotten Passwords:</a:t>
            </a:r>
            <a:r>
              <a:rPr sz="1100">
                <a:solidFill>
                  <a:srgbClr val="334155"/>
                </a:solidFill>
              </a:rPr>
              <a:t> When students forget their login details, they often get locked out because there is no easy password reset.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An Easy Web Application Built Specially for TUT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A clean, online allowance tracker that helps students budget, spend wisely, and keep their money safe.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KEY FEATURE 01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Real Student Expense Categories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Categories Made for Students:</a:t>
            </a:r>
            <a:r>
              <a:rPr sz="1100">
                <a:solidFill>
                  <a:srgbClr val="334155"/>
                </a:solidFill>
              </a:rPr>
              <a:t> Track expenses under Food &amp; Groceries, Minibus Taxis, Books, Airtime &amp; Data, Lab Printing, and Personal Care.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Record Payment Types:</a:t>
            </a:r>
            <a:r>
              <a:rPr sz="1100">
                <a:solidFill>
                  <a:srgbClr val="334155"/>
                </a:solidFill>
              </a:rPr>
              <a:t> Easily choose how you paid: Cash, Debit Card, Campus Card, or EFT.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Clear Visual Charts:</a:t>
            </a:r>
            <a:r>
              <a:rPr sz="1100">
                <a:solidFill>
                  <a:srgbClr val="334155"/>
                </a:solidFill>
              </a:rPr>
              <a:t> See simple, colorful charts showing exactly where your money was spent during the month.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9164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KEY FEATURE 02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Daily Spending Guide &amp; Warning Alerts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Daily Safe-Spend Limit:</a:t>
            </a:r>
            <a:r>
              <a:rPr sz="1100">
                <a:solidFill>
                  <a:srgbClr val="334155"/>
                </a:solidFill>
              </a:rPr>
              <a:t> The system checks how many days are left in the month and tells you how much you can safely spend today.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Helpful Spending Alerts:</a:t>
            </a:r>
            <a:r>
              <a:rPr sz="1100">
                <a:solidFill>
                  <a:srgbClr val="334155"/>
                </a:solidFill>
              </a:rPr>
              <a:t> Clear color warnings show your financial health (Safe, Moderate, or Warning) so you know when to slow down.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Custom Monthly Budgets:</a:t>
            </a:r>
            <a:r>
              <a:rPr sz="1100">
                <a:solidFill>
                  <a:srgbClr val="334155"/>
                </a:solidFill>
              </a:rPr>
              <a:t> Enter your monthly allowance and track your remaining balance in real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9164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KEY FEATURE 03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Easy Access from Any Phone or Computer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Works on Any Browser:</a:t>
            </a:r>
            <a:r>
              <a:rPr sz="1100">
                <a:solidFill>
                  <a:srgbClr val="334155"/>
                </a:solidFill>
              </a:rPr>
              <a:t> Open the website on your phone, tablet, laptop, or campus lab computer without installing anything.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Live Online Database:</a:t>
            </a:r>
            <a:r>
              <a:rPr sz="1100">
                <a:solidFill>
                  <a:srgbClr val="334155"/>
                </a:solidFill>
              </a:rPr>
              <a:t> Every expense and budget update is instantly saved to your secure cloud database in real time.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Built-In Demo Profile:</a:t>
            </a:r>
            <a:r>
              <a:rPr sz="1100">
                <a:solidFill>
                  <a:srgbClr val="334155"/>
                </a:solidFill>
              </a:rPr>
              <a:t> Evaluators and lecturers can quickly test the live system using the built-in demo student account.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HOW IT WORKS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System Design &amp; Keeping Every Student's Data Private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How the website connects to the cloud server and ensures complete privacy for each student.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23744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0"/>
          <a:lstStyle/>
          <a:p>
            <a:pPr algn="ctr">
              <a:spcAft>
                <a:spcPts val="400"/>
              </a:spcAft>
              <a:defRPr sz="900" b="1">
                <a:solidFill>
                  <a:srgbClr val="10B981"/>
                </a:solidFill>
                <a:latin typeface="Segoe UI"/>
              </a:defRPr>
            </a:pPr>
            <a:r>
              <a:t>PART 01: FRONTEND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Student Website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Built with React &amp; Next.js:</a:t>
            </a:r>
            <a:r>
              <a:rPr sz="1000">
                <a:solidFill>
                  <a:srgbClr val="334155"/>
                </a:solidFill>
              </a:rPr>
              <a:t> Clean, fast, and responsive user interface.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Fits Every Screen:</a:t>
            </a:r>
            <a:r>
              <a:rPr sz="1000">
                <a:solidFill>
                  <a:srgbClr val="334155"/>
                </a:solidFill>
              </a:rPr>
              <a:t> Looks great on smartphones and large computer screens.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Simple Controls:</a:t>
            </a:r>
            <a:r>
              <a:rPr sz="1000">
                <a:solidFill>
                  <a:srgbClr val="334155"/>
                </a:solidFill>
              </a:rPr>
              <a:t> Easy-to-read cards, charts, and quick-add buttons.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Hosted on Vercel:</a:t>
            </a:r>
            <a:r>
              <a:rPr sz="1000">
                <a:solidFill>
                  <a:srgbClr val="334155"/>
                </a:solidFill>
              </a:rPr>
              <a:t> Fast global website loading speeds for students.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691640"/>
            <a:ext cx="2523744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0"/>
          <a:lstStyle/>
          <a:p>
            <a:pPr algn="ctr">
              <a:spcAft>
                <a:spcPts val="400"/>
              </a:spcAft>
              <a:defRPr sz="900" b="1">
                <a:solidFill>
                  <a:srgbClr val="2563EB"/>
                </a:solidFill>
                <a:latin typeface="Segoe UI"/>
              </a:defRPr>
            </a:pPr>
            <a:r>
              <a:t>PART 02: BACKEND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API Cloud Server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Node.js &amp; Express Server:</a:t>
            </a:r>
            <a:r>
              <a:rPr sz="1000">
                <a:solidFill>
                  <a:srgbClr val="334155"/>
                </a:solidFill>
              </a:rPr>
              <a:t> Handles all student requests securely.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Calculates Budgets:</a:t>
            </a:r>
            <a:r>
              <a:rPr sz="1000">
                <a:solidFill>
                  <a:srgbClr val="334155"/>
                </a:solidFill>
              </a:rPr>
              <a:t> Automatically works out remaining balances and burn rates.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Protects System:</a:t>
            </a:r>
            <a:r>
              <a:rPr sz="1000">
                <a:solidFill>
                  <a:srgbClr val="334155"/>
                </a:solidFill>
              </a:rPr>
              <a:t> Prevents duplicate accounts and invalid inputs.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Hosted on Render:</a:t>
            </a:r>
            <a:r>
              <a:rPr sz="1000">
                <a:solidFill>
                  <a:srgbClr val="334155"/>
                </a:solidFill>
              </a:rPr>
              <a:t> Reliable 24/7 cloud server running the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691640"/>
            <a:ext cx="2523744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0"/>
          <a:lstStyle/>
          <a:p>
            <a:pPr algn="ctr">
              <a:spcAft>
                <a:spcPts val="400"/>
              </a:spcAft>
              <a:defRPr sz="900" b="1">
                <a:solidFill>
                  <a:srgbClr val="D97706"/>
                </a:solidFill>
                <a:latin typeface="Segoe UI"/>
              </a:defRPr>
            </a:pPr>
            <a:r>
              <a:t>PART 03: DATABASE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Neon Cloud Database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PostgreSQL Database:</a:t>
            </a:r>
            <a:r>
              <a:rPr sz="1000">
                <a:solidFill>
                  <a:srgbClr val="334155"/>
                </a:solidFill>
              </a:rPr>
              <a:t> Safe, professional relational database in the cloud.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100% Private Accounts:</a:t>
            </a:r>
            <a:r>
              <a:rPr sz="1000">
                <a:solidFill>
                  <a:srgbClr val="334155"/>
                </a:solidFill>
              </a:rPr>
              <a:t> Every student has their own separated records.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No Mixing of Data:</a:t>
            </a:r>
            <a:r>
              <a:rPr sz="1000">
                <a:solidFill>
                  <a:srgbClr val="334155"/>
                </a:solidFill>
              </a:rPr>
              <a:t> Student A can NEVER see or change Student B's expenses.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Fast Data Saving:</a:t>
            </a:r>
            <a:r>
              <a:rPr sz="1000">
                <a:solidFill>
                  <a:srgbClr val="334155"/>
                </a:solidFill>
              </a:rPr>
              <a:t> Expenses and allowances are stored immediately.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1691640"/>
            <a:ext cx="2523744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0"/>
          <a:lstStyle/>
          <a:p>
            <a:pPr algn="ctr">
              <a:spcAft>
                <a:spcPts val="400"/>
              </a:spcAft>
              <a:defRPr sz="900" b="1">
                <a:solidFill>
                  <a:srgbClr val="064E3B"/>
                </a:solidFill>
                <a:latin typeface="Segoe UI"/>
              </a:defRPr>
            </a:pPr>
            <a:r>
              <a:t>PART 04: SECURITY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Password &amp; Reset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Private Passwords:</a:t>
            </a:r>
            <a:r>
              <a:rPr sz="1000">
                <a:solidFill>
                  <a:srgbClr val="334155"/>
                </a:solidFill>
              </a:rPr>
              <a:t> Each user creates their own private, secure password.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Duplicate Prevention:</a:t>
            </a:r>
            <a:r>
              <a:rPr sz="1000">
                <a:solidFill>
                  <a:srgbClr val="334155"/>
                </a:solidFill>
              </a:rPr>
              <a:t> Prevents duplicate student numbers or WhatsApp numbers.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6-Digit Reset Code:</a:t>
            </a:r>
            <a:r>
              <a:rPr sz="1000">
                <a:solidFill>
                  <a:srgbClr val="334155"/>
                </a:solidFill>
              </a:rPr>
              <a:t> Generates a secure temporary code if you forget your password.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WhatsApp Reset Link:</a:t>
            </a:r>
            <a:r>
              <a:rPr sz="1000">
                <a:solidFill>
                  <a:srgbClr val="334155"/>
                </a:solidFill>
              </a:rPr>
              <a:t> Dispatches 1-tap reset links directly to student's WhatsApp.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PROJECT VALUE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Helping Students Succeed &amp; Delivering a Complete Working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How this system benefits students and successfully fulfills all project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75504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600"/>
              </a:spcAft>
              <a:defRPr sz="1100" b="1">
                <a:solidFill>
                  <a:srgbClr val="064E3B"/>
                </a:solidFill>
                <a:latin typeface="Segoe UI"/>
              </a:defRPr>
            </a:pPr>
            <a:r>
              <a:t>HOW STUDENTS BENEFIT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Better Money Habits &amp; Peace of Mind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64E3B"/>
                </a:solidFill>
              </a:rPr>
              <a:t>★ No More Money Surprises:</a:t>
            </a:r>
            <a:r>
              <a:rPr sz="1100">
                <a:solidFill>
                  <a:srgbClr val="334155"/>
                </a:solidFill>
              </a:rPr>
              <a:t> Students always know their remaining balance and exactly how much they can spend each day.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64E3B"/>
                </a:solidFill>
              </a:rPr>
              <a:t>★ Smarter Use of NSFAS Funds:</a:t>
            </a:r>
            <a:r>
              <a:rPr sz="1100">
                <a:solidFill>
                  <a:srgbClr val="334155"/>
                </a:solidFill>
              </a:rPr>
              <a:t> Helps students make their allowance last throughout the entire month for food and essential study materials.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64E3B"/>
                </a:solidFill>
              </a:rPr>
              <a:t>★ Never Miss Class:</a:t>
            </a:r>
            <a:r>
              <a:rPr sz="1100">
                <a:solidFill>
                  <a:srgbClr val="334155"/>
                </a:solidFill>
              </a:rPr>
              <a:t> Ensures transport money for daily minibus taxis is reserved and not accidentally spent on non-essentials.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64E3B"/>
                </a:solidFill>
              </a:rPr>
              <a:t>★ 100% Free &amp; Student-Focused:</a:t>
            </a:r>
            <a:r>
              <a:rPr sz="1100">
                <a:solidFill>
                  <a:srgbClr val="334155"/>
                </a:solidFill>
              </a:rPr>
              <a:t> Built specifically for university students with zero bank fees, simple screens, and easy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691640"/>
            <a:ext cx="5175504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WHAT WAS ACCOMPLISHED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A Complete, Working Software System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✔ Fulfills All Requirements:</a:t>
            </a:r>
            <a:r>
              <a:rPr sz="1100">
                <a:solidFill>
                  <a:srgbClr val="334155"/>
                </a:solidFill>
              </a:rPr>
              <a:t> Successfully fulfills all the requirements for the student budget expense tracker project.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✔ Live &amp; Running on the Web:</a:t>
            </a:r>
            <a:r>
              <a:rPr sz="1100">
                <a:solidFill>
                  <a:srgbClr val="334155"/>
                </a:solidFill>
              </a:rPr>
              <a:t> Fully deployed and accessible online at https://expense-xi-two.vercel.app from any computer or mobile phone.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✔ Fully Tested Security:</a:t>
            </a:r>
            <a:r>
              <a:rPr sz="1100">
                <a:solidFill>
                  <a:srgbClr val="334155"/>
                </a:solidFill>
              </a:rPr>
              <a:t> Verified that each student's expenses remain completely private and passwords can be securely reset.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✔ Ready for Real Students:</a:t>
            </a:r>
            <a:r>
              <a:rPr sz="1100">
                <a:solidFill>
                  <a:srgbClr val="334155"/>
                </a:solidFill>
              </a:rPr>
              <a:t> A dependable, user-friendly tool that solves a genuine daily problem for university students.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